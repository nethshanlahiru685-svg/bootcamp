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Bookman Old Style" panose="02050604050505020204" pitchFamily="18" charset="0"/>
      <p:regular r:id="rId5"/>
      <p:bold r:id="rId6"/>
      <p:italic r:id="rId7"/>
      <p:boldItalic r:id="rId8"/>
    </p:embeddedFont>
    <p:embeddedFont>
      <p:font typeface="HK Modular" panose="020B0604020202020204" charset="0"/>
      <p:regular r:id="rId9"/>
    </p:embeddedFont>
    <p:embeddedFont>
      <p:font typeface="Poppins" panose="00000500000000000000" pitchFamily="2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D6"/>
    <a:srgbClr val="1B3D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1370724" y="3497099"/>
            <a:ext cx="7081954" cy="7081954"/>
          </a:xfrm>
          <a:custGeom>
            <a:avLst/>
            <a:gdLst/>
            <a:ahLst/>
            <a:cxnLst/>
            <a:rect l="l" t="t" r="r" b="b"/>
            <a:pathLst>
              <a:path w="7081954" h="7081954">
                <a:moveTo>
                  <a:pt x="0" y="0"/>
                </a:moveTo>
                <a:lnTo>
                  <a:pt x="7081954" y="0"/>
                </a:lnTo>
                <a:lnTo>
                  <a:pt x="7081954" y="7081955"/>
                </a:lnTo>
                <a:lnTo>
                  <a:pt x="0" y="708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46371" y="-1445072"/>
            <a:ext cx="5212929" cy="4947544"/>
          </a:xfrm>
          <a:custGeom>
            <a:avLst/>
            <a:gdLst/>
            <a:ahLst/>
            <a:cxnLst/>
            <a:rect l="l" t="t" r="r" b="b"/>
            <a:pathLst>
              <a:path w="5212929" h="4947544">
                <a:moveTo>
                  <a:pt x="0" y="0"/>
                </a:moveTo>
                <a:lnTo>
                  <a:pt x="5212929" y="0"/>
                </a:lnTo>
                <a:lnTo>
                  <a:pt x="5212929" y="4947544"/>
                </a:lnTo>
                <a:lnTo>
                  <a:pt x="0" y="4947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4273024" y="-3731519"/>
            <a:ext cx="5410302" cy="5134869"/>
          </a:xfrm>
          <a:custGeom>
            <a:avLst/>
            <a:gdLst/>
            <a:ahLst/>
            <a:cxnLst/>
            <a:rect l="l" t="t" r="r" b="b"/>
            <a:pathLst>
              <a:path w="5410302" h="5134869">
                <a:moveTo>
                  <a:pt x="5410303" y="0"/>
                </a:moveTo>
                <a:lnTo>
                  <a:pt x="0" y="0"/>
                </a:lnTo>
                <a:lnTo>
                  <a:pt x="0" y="5134869"/>
                </a:lnTo>
                <a:lnTo>
                  <a:pt x="5410303" y="5134869"/>
                </a:lnTo>
                <a:lnTo>
                  <a:pt x="541030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06706" y="231022"/>
            <a:ext cx="12839701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 dirty="0">
                <a:solidFill>
                  <a:schemeClr val="tx2">
                    <a:lumMod val="75000"/>
                  </a:schemeClr>
                </a:solidFill>
                <a:latin typeface="+mj-lt"/>
                <a:ea typeface="DejaVu Serif" panose="02060603050605020204" pitchFamily="18" charset="0"/>
                <a:cs typeface="Calibri" panose="020F0502020204030204" pitchFamily="34" charset="0"/>
              </a:rPr>
              <a:t>Mini Table Tennis Game</a:t>
            </a:r>
          </a:p>
          <a:p>
            <a:pPr algn="ctr"/>
            <a:r>
              <a:rPr lang="en-US" sz="7200" b="1" i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Pixel Warriors</a:t>
            </a:r>
            <a:endParaRPr lang="en-US" sz="8800" dirty="0">
              <a:solidFill>
                <a:srgbClr val="009ED6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83249" y="8566282"/>
            <a:ext cx="314426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BFBFB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48544" y="8566282"/>
            <a:ext cx="336137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BFBFB"/>
                </a:solidFill>
                <a:latin typeface="Poppins"/>
                <a:ea typeface="Poppins"/>
                <a:cs typeface="Poppins"/>
                <a:sym typeface="Poppins"/>
              </a:rPr>
              <a:t>hello@reallygreatsite.com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19618" y="8566282"/>
            <a:ext cx="213682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BFBFB"/>
                </a:solidFill>
                <a:latin typeface="Poppins"/>
                <a:ea typeface="Poppins"/>
                <a:cs typeface="Poppins"/>
                <a:sym typeface="Poppins"/>
              </a:rPr>
              <a:t>@reallygreatsite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3DFDE5-7B87-2572-1B7D-CD06758F3825}"/>
              </a:ext>
            </a:extLst>
          </p:cNvPr>
          <p:cNvSpPr txBox="1"/>
          <p:nvPr/>
        </p:nvSpPr>
        <p:spPr>
          <a:xfrm>
            <a:off x="10961346" y="7003658"/>
            <a:ext cx="4041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Members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57E5E-F2D2-7D2C-446C-7951B8D8FFC4}"/>
              </a:ext>
            </a:extLst>
          </p:cNvPr>
          <p:cNvSpPr txBox="1"/>
          <p:nvPr/>
        </p:nvSpPr>
        <p:spPr>
          <a:xfrm>
            <a:off x="10809406" y="7649989"/>
            <a:ext cx="5854297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L.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Wiksura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- 2024/ICTS/021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P. U.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Jayasiri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- 2024/ICTS/024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A. L. N. Bandara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- 2024/ICTS/101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K. P. C. S.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Jayakodi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- 2024/ICTS/036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2DB6A5-058B-FAA7-995A-F933BABA4BE9}"/>
              </a:ext>
            </a:extLst>
          </p:cNvPr>
          <p:cNvSpPr txBox="1"/>
          <p:nvPr/>
        </p:nvSpPr>
        <p:spPr>
          <a:xfrm>
            <a:off x="997700" y="3399059"/>
            <a:ext cx="3235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</a:p>
          <a:p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Does it Do 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084D9F-1CF0-504B-53AF-BD9D54AF3CC4}"/>
              </a:ext>
            </a:extLst>
          </p:cNvPr>
          <p:cNvSpPr txBox="1"/>
          <p:nvPr/>
        </p:nvSpPr>
        <p:spPr>
          <a:xfrm>
            <a:off x="1051658" y="4495566"/>
            <a:ext cx="9900801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 two-player mini table tennis game where players use keys to control paddles and hit the ball.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 is to keep the ball in play and score points by successfully hitting 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game becomes faster over time, and it ends when one player misses the ball</a:t>
            </a:r>
            <a:r>
              <a:rPr lang="en-US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7617A7-B704-B889-F764-A0B12D0F2B7F}"/>
              </a:ext>
            </a:extLst>
          </p:cNvPr>
          <p:cNvSpPr txBox="1"/>
          <p:nvPr/>
        </p:nvSpPr>
        <p:spPr>
          <a:xfrm>
            <a:off x="997700" y="6126494"/>
            <a:ext cx="5908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</a:t>
            </a:r>
            <a:endParaRPr lang="en-US" sz="3600" b="1" dirty="0">
              <a:solidFill>
                <a:srgbClr val="009ED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Concepts it demonstrates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CC79C2D8-B292-DDDC-19FE-1F2BB9D00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741" y="6887941"/>
            <a:ext cx="8055159" cy="2549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Positioning and speed (float/int).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statements for collision and boundary checks.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Modular code structure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moveball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 paddleball(), etc.).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Coordinate System: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X and Y axis for movement in a 2D space.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1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6B534F-B5CD-37A6-5D75-2FE6328956F4}"/>
              </a:ext>
            </a:extLst>
          </p:cNvPr>
          <p:cNvGrpSpPr/>
          <p:nvPr/>
        </p:nvGrpSpPr>
        <p:grpSpPr>
          <a:xfrm>
            <a:off x="11051364" y="2748219"/>
            <a:ext cx="6189724" cy="3853507"/>
            <a:chOff x="11321469" y="4102868"/>
            <a:chExt cx="4395913" cy="2523164"/>
          </a:xfrm>
          <a:effectLst>
            <a:outerShdw blurRad="50800" dist="38100" dir="2700000" algn="tl" rotWithShape="0">
              <a:srgbClr val="00B0F0">
                <a:alpha val="40000"/>
              </a:srgbClr>
            </a:outerShdw>
          </a:effectLst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C3436A2-93DB-7734-E77E-1156B04FC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21469" y="4102868"/>
              <a:ext cx="4395913" cy="252316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6AF3249-EFA2-255F-0C07-D8656A407134}"/>
                </a:ext>
              </a:extLst>
            </p:cNvPr>
            <p:cNvSpPr/>
            <p:nvPr/>
          </p:nvSpPr>
          <p:spPr>
            <a:xfrm>
              <a:off x="12929875" y="6330196"/>
              <a:ext cx="892747" cy="153246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paddles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80B1185-B1D8-D9A7-1190-16E7984FEB2D}"/>
                </a:ext>
              </a:extLst>
            </p:cNvPr>
            <p:cNvCxnSpPr/>
            <p:nvPr/>
          </p:nvCxnSpPr>
          <p:spPr>
            <a:xfrm flipH="1" flipV="1">
              <a:off x="12105123" y="5810243"/>
              <a:ext cx="824753" cy="618565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4FAFEDB-2A35-8AFD-0511-07D66C55BD3D}"/>
                </a:ext>
              </a:extLst>
            </p:cNvPr>
            <p:cNvCxnSpPr/>
            <p:nvPr/>
          </p:nvCxnSpPr>
          <p:spPr>
            <a:xfrm flipV="1">
              <a:off x="13880135" y="5717468"/>
              <a:ext cx="1093694" cy="681306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D6CB789-B848-B85F-6692-F2779A6B2B69}"/>
                </a:ext>
              </a:extLst>
            </p:cNvPr>
            <p:cNvSpPr/>
            <p:nvPr/>
          </p:nvSpPr>
          <p:spPr>
            <a:xfrm>
              <a:off x="12833623" y="4436724"/>
              <a:ext cx="685802" cy="153246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bg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ball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3FECF1A-8AC5-DF60-6BD4-F7F8DC42E3FC}"/>
                </a:ext>
              </a:extLst>
            </p:cNvPr>
            <p:cNvCxnSpPr/>
            <p:nvPr/>
          </p:nvCxnSpPr>
          <p:spPr>
            <a:xfrm flipH="1">
              <a:off x="12517499" y="4614436"/>
              <a:ext cx="394447" cy="529989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70724" y="3497099"/>
            <a:ext cx="7081954" cy="7081954"/>
          </a:xfrm>
          <a:custGeom>
            <a:avLst/>
            <a:gdLst/>
            <a:ahLst/>
            <a:cxnLst/>
            <a:rect l="l" t="t" r="r" b="b"/>
            <a:pathLst>
              <a:path w="7081954" h="7081954">
                <a:moveTo>
                  <a:pt x="0" y="0"/>
                </a:moveTo>
                <a:lnTo>
                  <a:pt x="7081954" y="0"/>
                </a:lnTo>
                <a:lnTo>
                  <a:pt x="7081954" y="7081955"/>
                </a:lnTo>
                <a:lnTo>
                  <a:pt x="0" y="708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46371" y="-1445072"/>
            <a:ext cx="5212929" cy="4947544"/>
          </a:xfrm>
          <a:custGeom>
            <a:avLst/>
            <a:gdLst/>
            <a:ahLst/>
            <a:cxnLst/>
            <a:rect l="l" t="t" r="r" b="b"/>
            <a:pathLst>
              <a:path w="5212929" h="4947544">
                <a:moveTo>
                  <a:pt x="0" y="0"/>
                </a:moveTo>
                <a:lnTo>
                  <a:pt x="5212929" y="0"/>
                </a:lnTo>
                <a:lnTo>
                  <a:pt x="5212929" y="4947544"/>
                </a:lnTo>
                <a:lnTo>
                  <a:pt x="0" y="4947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4273024" y="-3731519"/>
            <a:ext cx="5410302" cy="5134869"/>
          </a:xfrm>
          <a:custGeom>
            <a:avLst/>
            <a:gdLst/>
            <a:ahLst/>
            <a:cxnLst/>
            <a:rect l="l" t="t" r="r" b="b"/>
            <a:pathLst>
              <a:path w="5410302" h="5134869">
                <a:moveTo>
                  <a:pt x="5410303" y="0"/>
                </a:moveTo>
                <a:lnTo>
                  <a:pt x="0" y="0"/>
                </a:lnTo>
                <a:lnTo>
                  <a:pt x="0" y="5134869"/>
                </a:lnTo>
                <a:lnTo>
                  <a:pt x="5410303" y="5134869"/>
                </a:lnTo>
                <a:lnTo>
                  <a:pt x="541030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1DD775C-D17D-40F8-D36E-8ABC291D90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115" y="4367093"/>
            <a:ext cx="6249176" cy="42832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0070C0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DD5A18-8BBC-21F8-7A90-4884A1321FF7}"/>
              </a:ext>
            </a:extLst>
          </p:cNvPr>
          <p:cNvSpPr txBox="1"/>
          <p:nvPr/>
        </p:nvSpPr>
        <p:spPr>
          <a:xfrm>
            <a:off x="1371600" y="690282"/>
            <a:ext cx="512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864F4D-EEFA-2B29-8D8E-EA2AB0CD6F90}"/>
              </a:ext>
            </a:extLst>
          </p:cNvPr>
          <p:cNvSpPr txBox="1"/>
          <p:nvPr/>
        </p:nvSpPr>
        <p:spPr>
          <a:xfrm>
            <a:off x="6042689" y="161581"/>
            <a:ext cx="67050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i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8800" b="1" i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8800" b="1" i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754E8E-18C6-2D37-1445-EFB55DB142FA}"/>
              </a:ext>
            </a:extLst>
          </p:cNvPr>
          <p:cNvSpPr txBox="1"/>
          <p:nvPr/>
        </p:nvSpPr>
        <p:spPr>
          <a:xfrm>
            <a:off x="11168822" y="3608931"/>
            <a:ext cx="6249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Section </a:t>
            </a:r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Code (Example)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8269F3-55B3-3871-B28D-A32D81554A1A}"/>
              </a:ext>
            </a:extLst>
          </p:cNvPr>
          <p:cNvSpPr txBox="1"/>
          <p:nvPr/>
        </p:nvSpPr>
        <p:spPr>
          <a:xfrm>
            <a:off x="582706" y="1701529"/>
            <a:ext cx="7570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Brief </a:t>
            </a:r>
          </a:p>
          <a:p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CAC04C-96B3-C9DB-3073-DC7B00758B65}"/>
              </a:ext>
            </a:extLst>
          </p:cNvPr>
          <p:cNvSpPr txBox="1"/>
          <p:nvPr/>
        </p:nvSpPr>
        <p:spPr>
          <a:xfrm>
            <a:off x="606947" y="2924985"/>
            <a:ext cx="1042595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logic checks if the ball’s X-position has reached the paddle and if its Y – position is written the top and bottom edges of the paddle to trigger a bounce.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004DDC-C322-0EC0-D964-8D1A89B160A4}"/>
              </a:ext>
            </a:extLst>
          </p:cNvPr>
          <p:cNvSpPr txBox="1"/>
          <p:nvPr/>
        </p:nvSpPr>
        <p:spPr>
          <a:xfrm>
            <a:off x="582706" y="3896251"/>
            <a:ext cx="4827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Interesting design </a:t>
            </a:r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decisions.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CC5D27B6-0DE8-1B1C-706C-C62780345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06" y="4980744"/>
            <a:ext cx="10014921" cy="142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random(2, 4) for ball speed so the game starts differently every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Handling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Using both character keys (“W”,”S”) and keycode (UP, DOWN) to allow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two players on on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keyboard.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771A7D-4E87-11E6-5332-0296731A3348}"/>
              </a:ext>
            </a:extLst>
          </p:cNvPr>
          <p:cNvSpPr txBox="1"/>
          <p:nvPr/>
        </p:nvSpPr>
        <p:spPr>
          <a:xfrm>
            <a:off x="606947" y="6508727"/>
            <a:ext cx="5056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</a:t>
            </a:r>
          </a:p>
          <a:p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Encountered and solved.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769FDD-732F-EA64-CD11-F68BD196AEF8}"/>
              </a:ext>
            </a:extLst>
          </p:cNvPr>
          <p:cNvSpPr txBox="1"/>
          <p:nvPr/>
        </p:nvSpPr>
        <p:spPr>
          <a:xfrm>
            <a:off x="582706" y="7709056"/>
            <a:ext cx="8651137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ball getting “stuck” inside the paddle.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Manually resetting the ball’s X position (x = 20 +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paddlew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immediately after a hit to ensure it stays outside the paddle 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70724" y="3497099"/>
            <a:ext cx="7081954" cy="7081954"/>
          </a:xfrm>
          <a:custGeom>
            <a:avLst/>
            <a:gdLst/>
            <a:ahLst/>
            <a:cxnLst/>
            <a:rect l="l" t="t" r="r" b="b"/>
            <a:pathLst>
              <a:path w="7081954" h="7081954">
                <a:moveTo>
                  <a:pt x="0" y="0"/>
                </a:moveTo>
                <a:lnTo>
                  <a:pt x="7081954" y="0"/>
                </a:lnTo>
                <a:lnTo>
                  <a:pt x="7081954" y="7081955"/>
                </a:lnTo>
                <a:lnTo>
                  <a:pt x="0" y="708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46371" y="-1445072"/>
            <a:ext cx="5212929" cy="4947544"/>
          </a:xfrm>
          <a:custGeom>
            <a:avLst/>
            <a:gdLst/>
            <a:ahLst/>
            <a:cxnLst/>
            <a:rect l="l" t="t" r="r" b="b"/>
            <a:pathLst>
              <a:path w="5212929" h="4947544">
                <a:moveTo>
                  <a:pt x="0" y="0"/>
                </a:moveTo>
                <a:lnTo>
                  <a:pt x="5212929" y="0"/>
                </a:lnTo>
                <a:lnTo>
                  <a:pt x="5212929" y="4947544"/>
                </a:lnTo>
                <a:lnTo>
                  <a:pt x="0" y="4947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4273024" y="-3731519"/>
            <a:ext cx="5410302" cy="5134869"/>
          </a:xfrm>
          <a:custGeom>
            <a:avLst/>
            <a:gdLst/>
            <a:ahLst/>
            <a:cxnLst/>
            <a:rect l="l" t="t" r="r" b="b"/>
            <a:pathLst>
              <a:path w="5410302" h="5134869">
                <a:moveTo>
                  <a:pt x="5410303" y="0"/>
                </a:moveTo>
                <a:lnTo>
                  <a:pt x="0" y="0"/>
                </a:lnTo>
                <a:lnTo>
                  <a:pt x="0" y="5134869"/>
                </a:lnTo>
                <a:lnTo>
                  <a:pt x="5410303" y="5134869"/>
                </a:lnTo>
                <a:lnTo>
                  <a:pt x="541030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E35833-E019-ED7F-F457-019711890757}"/>
              </a:ext>
            </a:extLst>
          </p:cNvPr>
          <p:cNvSpPr txBox="1"/>
          <p:nvPr/>
        </p:nvSpPr>
        <p:spPr>
          <a:xfrm>
            <a:off x="3110204" y="445361"/>
            <a:ext cx="120675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 &amp; </a:t>
            </a:r>
            <a:r>
              <a:rPr lang="en-US" sz="88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71EBD0-634C-AB14-1895-A0EFEE4FD5F2}"/>
              </a:ext>
            </a:extLst>
          </p:cNvPr>
          <p:cNvSpPr txBox="1"/>
          <p:nvPr/>
        </p:nvSpPr>
        <p:spPr>
          <a:xfrm>
            <a:off x="885266" y="2166415"/>
            <a:ext cx="3980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182015-8D93-3163-20EC-DE4D97A17B07}"/>
              </a:ext>
            </a:extLst>
          </p:cNvPr>
          <p:cNvSpPr txBox="1"/>
          <p:nvPr/>
        </p:nvSpPr>
        <p:spPr>
          <a:xfrm>
            <a:off x="907568" y="2648565"/>
            <a:ext cx="8007832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Processing.org(Reference Documentation).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Coding Train (YouTube Tutorials).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Tools (Debugging and logic optimization).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16139E-9BC9-92EE-C143-8338F7DCAD0B}"/>
              </a:ext>
            </a:extLst>
          </p:cNvPr>
          <p:cNvSpPr txBox="1"/>
          <p:nvPr/>
        </p:nvSpPr>
        <p:spPr>
          <a:xfrm>
            <a:off x="885266" y="4543335"/>
            <a:ext cx="5667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3D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each </a:t>
            </a:r>
          </a:p>
          <a:p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learned: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017EE8-2C5B-1306-D19D-6FDB24195094}"/>
              </a:ext>
            </a:extLst>
          </p:cNvPr>
          <p:cNvSpPr txBox="1"/>
          <p:nvPr/>
        </p:nvSpPr>
        <p:spPr>
          <a:xfrm>
            <a:off x="885266" y="5665933"/>
            <a:ext cx="10706102" cy="1141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how real-time loops (draw()) work in programming.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user input efficiently to create a smooth gaming experience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CF46F9-B5BE-5255-C49F-332E6D071352}"/>
              </a:ext>
            </a:extLst>
          </p:cNvPr>
          <p:cNvSpPr txBox="1"/>
          <p:nvPr/>
        </p:nvSpPr>
        <p:spPr>
          <a:xfrm>
            <a:off x="885266" y="6999886"/>
            <a:ext cx="8798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you would </a:t>
            </a:r>
          </a:p>
          <a:p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with more time: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AD77F0-C83D-EBC0-3E24-9DC7EE1E5314}"/>
              </a:ext>
            </a:extLst>
          </p:cNvPr>
          <p:cNvSpPr txBox="1"/>
          <p:nvPr/>
        </p:nvSpPr>
        <p:spPr>
          <a:xfrm>
            <a:off x="907568" y="8055480"/>
            <a:ext cx="10906529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Sound Effects: Adding “beep” sounds for paddle hits and “game over” sounds.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Opponent: Creating an automated paddle for single-player mode.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Visuals: Adding a “Start Menu” and different difficulty levels.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1C963A-EA14-B85E-5FE1-6030BC058720}"/>
              </a:ext>
            </a:extLst>
          </p:cNvPr>
          <p:cNvSpPr txBox="1"/>
          <p:nvPr/>
        </p:nvSpPr>
        <p:spPr>
          <a:xfrm>
            <a:off x="9975501" y="2212581"/>
            <a:ext cx="4677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Sentence from </a:t>
            </a:r>
            <a:r>
              <a:rPr lang="en-US" sz="3600" b="1" dirty="0">
                <a:solidFill>
                  <a:srgbClr val="009E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member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892948-B510-9DAB-E05D-DFAABAFC0417}"/>
              </a:ext>
            </a:extLst>
          </p:cNvPr>
          <p:cNvSpPr txBox="1"/>
          <p:nvPr/>
        </p:nvSpPr>
        <p:spPr>
          <a:xfrm>
            <a:off x="9975501" y="3275232"/>
            <a:ext cx="6559899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“Building this game helped me see how math and physics are used in coding.”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“Solving the collision logic was the most rewarding part of the project.”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471</Words>
  <Application>Microsoft Office PowerPoint</Application>
  <PresentationFormat>Custom</PresentationFormat>
  <Paragraphs>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Bookman Old Style</vt:lpstr>
      <vt:lpstr>Calibri</vt:lpstr>
      <vt:lpstr>Poppins</vt:lpstr>
      <vt:lpstr>HK Modular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Modern Futuristic Tech That Accelerates Presentation</dc:title>
  <dc:creator>TCL2087</dc:creator>
  <cp:lastModifiedBy>TCL2087@fts.local</cp:lastModifiedBy>
  <cp:revision>2</cp:revision>
  <dcterms:created xsi:type="dcterms:W3CDTF">2006-08-16T00:00:00Z</dcterms:created>
  <dcterms:modified xsi:type="dcterms:W3CDTF">2026-04-29T07:10:07Z</dcterms:modified>
  <dc:identifier>DAHINlQR7hk</dc:identifier>
</cp:coreProperties>
</file>